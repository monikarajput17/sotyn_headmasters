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SECURED ENGINEERS PVT. LTD.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SEPL ERP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to run the entire business — sales to cash, site to salary.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60520"/>
            <a:ext cx="11201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2828" y="4160520"/>
            <a:ext cx="1367028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2828" y="4160520"/>
            <a:ext cx="136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21024" y="4160520"/>
            <a:ext cx="1367028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1024" y="4160520"/>
            <a:ext cx="1367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89220" y="4160520"/>
            <a:ext cx="1243584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9220" y="4160520"/>
            <a:ext cx="1243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33972" y="4160520"/>
            <a:ext cx="873252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3972" y="4160520"/>
            <a:ext cx="8732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08392" y="4160520"/>
            <a:ext cx="1613916" cy="457200"/>
          </a:xfrm>
          <a:prstGeom prst="roundRect">
            <a:avLst>
              <a:gd name="adj" fmla="val 50000"/>
            </a:avLst>
          </a:prstGeom>
          <a:solidFill>
            <a:srgbClr val="16275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4160520"/>
            <a:ext cx="16139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440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developed in-house  ·  64+ modules  ·  end-to-end ERP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91440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84248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03704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9293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Scattered spreadsheets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65960" y="2441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department kept its own Excel — numbers never matched.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160020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55080" y="1600200"/>
            <a:ext cx="91440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Shape 9"/>
          <p:cNvSpPr/>
          <p:nvPr/>
        </p:nvSpPr>
        <p:spPr>
          <a:xfrm>
            <a:off x="6647688" y="1984248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220370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192938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Approvals over WhatsApp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772400" y="244144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purchase approvals lost in chat threads.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703320"/>
            <a:ext cx="91440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Shape 14"/>
          <p:cNvSpPr/>
          <p:nvPr/>
        </p:nvSpPr>
        <p:spPr>
          <a:xfrm>
            <a:off x="841248" y="4087368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306824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65960" y="403250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source of truth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965960" y="454456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client &amp; order retyped in five places.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55080" y="3703320"/>
            <a:ext cx="5257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55080" y="3703320"/>
            <a:ext cx="91440" cy="1783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Shape 19"/>
          <p:cNvSpPr/>
          <p:nvPr/>
        </p:nvSpPr>
        <p:spPr>
          <a:xfrm>
            <a:off x="6647688" y="4087368"/>
            <a:ext cx="91440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4306824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0" y="403250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live view for management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7772400" y="4544568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had to ask around for the day's real picture.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integrated ERP — every department on the same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6517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682" y="289316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8404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source of truth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434340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Book order is the anchor — POs, DPRs, bills, receivables all link back to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45152" y="228600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10912" y="26517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314" y="289316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10912" y="38404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010912" y="434340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sees only their modules. Every change is audited.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558784" y="2286000"/>
            <a:ext cx="3456432" cy="3108960"/>
          </a:xfrm>
          <a:prstGeom prst="roundRect">
            <a:avLst>
              <a:gd name="adj" fmla="val 2353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24544" y="2651760"/>
            <a:ext cx="10058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946" y="289316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38404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workflows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924544" y="4343400"/>
            <a:ext cx="2724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GST, billing, backups &amp; reminders run on their own.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broad, built deep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3500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64+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24128" y="32918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5152" y="21488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9472" y="23500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937760" y="32918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groups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58784" y="21488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33104" y="23500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851392" y="32918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4074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150+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1024128" y="53492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45152" y="42062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19472" y="44074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12+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4937760" y="53492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jobs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58784" y="420624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33104" y="4407408"/>
            <a:ext cx="2907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8851392" y="534924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sales-to-cash spine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130552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21992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30552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758184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9624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58184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75504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385816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77256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85816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7013448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04888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13448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(DPR)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0768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8641080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32520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41080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2743200"/>
            <a:ext cx="2103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10268712" y="265176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360152" y="270662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268712" y="2944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420624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automatically between modules. </a:t>
            </a:r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lead and it becomes a Business Book order; that order then drives procurement, the site DPR, the client bills and the receivable — nothing is retyped.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IN ONE 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complete module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762" y="1981322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121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· Funnels · Business Book · Customers · Kitting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07408" y="1554480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180136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530" y="1981322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04688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Quotes &amp; Orders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04688" y="2121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 · AI Auto-Quote · PO/FOC · Labour Rate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66176" y="1554480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67344" y="1801368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298" y="1981322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63456" y="1737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63456" y="21214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· RFQ · Vendors · Indent→Dispatch · Gantt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2990088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36976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62" y="3416930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172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45920" y="35570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DPR · Snags · Fire NOC · Sales Billing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07408" y="2990088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08576" y="3236976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530" y="3416930"/>
            <a:ext cx="389900" cy="389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04688" y="3172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504688" y="35570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 · Cheques · Collections · Cash Flow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66176" y="2990088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67344" y="3236976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7298" y="3416930"/>
            <a:ext cx="389900" cy="389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63456" y="31729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363456" y="35570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· Attendance · Payroll · Performance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425696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4672584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762" y="4852538"/>
            <a:ext cx="389900" cy="3899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45920" y="4608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1645920" y="49926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Assets · Stock · Rentals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407408" y="4425696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608576" y="4672584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8530" y="4852538"/>
            <a:ext cx="389900" cy="3899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504688" y="4608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&amp; Desk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5504688" y="49926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Delegations · PMS · Checklists · Complaints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266176" y="4425696"/>
            <a:ext cx="3611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467344" y="4672584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7298" y="4852538"/>
            <a:ext cx="389900" cy="3899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363456" y="460857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9363456" y="49926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· Operating Console · TOC View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 OF 9 · CRM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— win and book the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enquiry to a booked order — the front of the whole pipeline.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Partners master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Sales Funnel (staged)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Funnel with SLAs &amp; gates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Book (booked orders)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Kitting readiness matrix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&amp; orders captured once, then reused everywhere — no re-typing, no mismatched numbers.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2 OF 9 · QUOTES &amp; ORDERS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Quotes &amp; Orders — price it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BOQ into a priced client quotation in minutes, not days.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 with AI rate suggestion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Auto-Quotation from BOQ upload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/ FOC stripped kits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Item-wise labour-rate master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+ labour + margin = sale price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SEPL-format quotation print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that used to take a day is auto-priced from history and master rates.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3 OF 9 · PROCUREMENT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— buy &amp; dispatch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purchasing engine: Indent → Dispatch in one governed flow.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Master + GST slabs + Pipe kg/m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queue &amp; vendor rate compare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/ L2 / CRM approvals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PO, delivery challan &amp; sales bill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Free-stock allocate from store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Short-supply debit-note + alert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bought is approved, numbered and traceable — with auto PO &amp; challan paperwork.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4 OF 9 ·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 — execute on 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job on the ground and bill it stage by stage.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Progress Reports (DPR)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plan vs actual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snags tracking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NOC renewal auto-pilot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4-stage sequential Sales Billing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CGST/SGST vs IGST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progress, labour cost and client billing stay locked to the same project record.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5 OF 9 ·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 — control the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vendors with discipline; collect from clients on time.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Payables: L1→L2→L3→Release chain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FMS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ageing &amp; DSO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/ RA / MB bills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&amp; runway tracker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register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 stop leakage; ageing &amp; runway give a real cash picture daily.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6 OF 9 · HRMS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HRMS — people &amp; payroll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Hire, attend, pay and rate the whole workforce.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ATS + offer/NDA e-sign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hiring tracker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GPS-geofenced attendance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payroll &amp; salary slips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performance scorecards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flows straight into payroll — fewer disputes, faster, accurate pay runs.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7 OF 9 · INVENTORY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&amp; Assets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D9770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own and where every tool is.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vs site-store stock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valuation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 in/out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assets register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issue &amp; calibration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room rentals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stock is offered at indent-approval — buy only the shortfall, not the whole list.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8 OF 9 · TASKS &amp; SERVICE DESK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Tasks &amp; Service Desk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falls through the cracks — internal or customer-facing.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tasks + proof &amp; approval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project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checklists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 + OTP close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help tickets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/ email alerts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with proof — every task and complaint has an owner and an audit trail.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9 OF 9 · EXECUTIVE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dashboards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371600" cy="1371600"/>
          </a:xfrm>
          <a:prstGeom prst="roundRect">
            <a:avLst>
              <a:gd name="adj" fmla="val 5333"/>
            </a:avLst>
          </a:prstGeom>
          <a:solidFill>
            <a:srgbClr val="16275C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22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383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MD's live picture of the business, every morning.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00200"/>
            <a:ext cx="7360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97680" y="1600200"/>
            <a:ext cx="91440" cy="3657600"/>
          </a:xfrm>
          <a:prstGeom prst="rect">
            <a:avLst/>
          </a:prstGeom>
          <a:solidFill>
            <a:srgbClr val="16275C"/>
          </a:solidFill>
          <a:ln/>
        </p:spPr>
      </p:sp>
      <p:sp>
        <p:nvSpPr>
          <p:cNvPr id="9" name="Text 6"/>
          <p:cNvSpPr/>
          <p:nvPr/>
        </p:nvSpPr>
        <p:spPr>
          <a:xfrm>
            <a:off x="470916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operational view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Console (CMD)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Theory-of-Constraints view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69580" y="1920240"/>
            <a:ext cx="32232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 tiles + exception lists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09:00 audit email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Bearer-token audit API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F1E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54864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sees the real position daily — no asking around, no stale spreadsheets.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WORKS WHILE YOU SLEEP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&amp; built-in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1051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684" y="1950964"/>
            <a:ext cx="304312" cy="304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64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Nightly DB backup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1214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every day, keeps last 30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286207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84" y="3002524"/>
            <a:ext cx="304312" cy="304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16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DPR prompt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463040" y="3172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nudge to site engineers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391363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4" y="405408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679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 NOC auto-advance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22452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move with passing days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5486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965192"/>
            <a:ext cx="585216" cy="585216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84" y="5105644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9194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Fortnightly auto-billing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463040" y="527608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bills on 1st &amp; 16th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0" y="164592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72084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218541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818120" y="2057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“Ask ERP” — AI assistant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6720840" y="31089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Claude. Ask plain-English questions and get answers from your own data.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live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any module on demand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Market-rate lookups with web search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reads uploaded bills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CONNECTED TO THE OUTSIDE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626" y="2054474"/>
            <a:ext cx="389900" cy="389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(SMTP)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RFQs, POs, reminders, the daily MD summary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16002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394" y="2054474"/>
            <a:ext cx="389900" cy="389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856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&amp; SMS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550408" y="22585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alerts to engineers, transporters, clients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60020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2208" y="1874520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162" y="2054474"/>
            <a:ext cx="389900" cy="389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09176" y="185623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Push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409176" y="22585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phone notifications, per device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410712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685032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26" y="3864986"/>
            <a:ext cx="389900" cy="389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6667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Sentry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691640" y="4069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error monitoring &amp; crash reports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07408" y="3410712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685032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394" y="3864986"/>
            <a:ext cx="389900" cy="389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0408" y="36667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&amp; PDF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550408" y="4069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import/export and document parsing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266176" y="3410712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22208" y="3685032"/>
            <a:ext cx="749808" cy="749808"/>
          </a:xfrm>
          <a:prstGeom prst="roundRect">
            <a:avLst>
              <a:gd name="adj" fmla="val 975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162" y="3864986"/>
            <a:ext cx="389900" cy="389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09176" y="366674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409176" y="40690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Assistant, market rates &amp; bill OCR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degrades gracefully — if a key isn't set, the ERP keeps working and simply skips that channel.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1874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030" y="207203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/ PWA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0358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77640" y="2240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⟷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617720" y="1737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874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670" y="207203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743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 API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3035808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route services · JWT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955280" y="2240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⟷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595360" y="1737360"/>
            <a:ext cx="2971800" cy="1554480"/>
          </a:xfrm>
          <a:prstGeom prst="roundRect">
            <a:avLst>
              <a:gd name="adj" fmla="val 4706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69780" y="1874520"/>
            <a:ext cx="822960" cy="822960"/>
          </a:xfrm>
          <a:prstGeom prst="roundRect">
            <a:avLst>
              <a:gd name="adj" fmla="val 888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290" y="207203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95360" y="27432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SQLite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95360" y="3035808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· 150+ tables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in-process schedulers (cron jobs) · Sentry · web-push · email/SMS — all in one PM2 Node process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927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1463040"/>
                <a:gridCol w="3977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Vite + Tailwind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+ bcrypt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 VPS + PM2 + Nginx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(better-sqlite3)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 + nightly backups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17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control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47088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022653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148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bcrypt-hashed passwords, self-service password change.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36208" y="16002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847088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373" y="2022653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33488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33488" y="2148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Per-role, per-module view/edit. New modules hidden until granted.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35808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82696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5" y="3458261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audit log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5844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 / update / delete is recorded with user &amp; time.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36208" y="3035808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3282696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373" y="3458261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33488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Backups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33488" y="3584448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nightly snapshots, last 30 retained, one-click restore.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471416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718304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893869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6542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Geofenced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50200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punch with site geofence — no buddy-punching.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36208" y="4471416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4808" y="4718304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373" y="4893869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333488" y="46542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333488" y="502005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VPS — no third-party SaaS lock-in.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business 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5000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016" y="2521184"/>
            <a:ext cx="370881" cy="3708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1343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Faster decisions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71576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the MD report are instant, not chased.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45152" y="20574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9472" y="235000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648" y="2521184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88152" y="231343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errors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88152" y="271576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PO amounts &amp; bill numbers are computed, not typed.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558784" y="205740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833104" y="235000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280" y="2521184"/>
            <a:ext cx="370881" cy="37088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01784" y="231343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visibility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701784" y="271576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picture across sales, sites, cash &amp; people.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39319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422452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16" y="4395704"/>
            <a:ext cx="370881" cy="37088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18795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874520" y="459028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owned, approved and audited.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645152" y="39319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19472" y="422452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648" y="4395704"/>
            <a:ext cx="370881" cy="37088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88152" y="418795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788152" y="459028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teams work from a phone; installable PWA.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558784" y="39319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16275C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833104" y="4224528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280" y="4395704"/>
            <a:ext cx="370881" cy="37088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01784" y="4187952"/>
            <a:ext cx="2176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cost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701784" y="4590288"/>
            <a:ext cx="21762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no per-seat licence fees.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GOES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today · roadmap ahead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E3A8A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0F1E47"/>
          </a:solidFill>
          <a:ln/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574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Already mobile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31546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as an app on any phone or laptop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attendance &amp; live location pings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per device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4G for site engineers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64592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645920"/>
            <a:ext cx="91440" cy="4023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roadmap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400800" y="2423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Auto-RFQ to mapped vendors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Auto-rank lowest vendor &amp; email PO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auto-book of purchase bills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stock-reorder indents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payment reminders &amp; DSO push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Payment-gateway auto-pay (below threshold)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SEPL ERP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SEPL ERP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4980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today's business — and scale into tomorrow's.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dme@securedengineers.com  ·  Secured Engineers Pvt. Ltd.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SEPL ERP — System Overview</dc:title>
  <dc:subject>PptxGenJS Presentation</dc:subject>
  <dc:creator>SEPL ERP</dc:creator>
  <cp:lastModifiedBy>SEPL ERP</cp:lastModifiedBy>
  <cp:revision>1</cp:revision>
  <dcterms:created xsi:type="dcterms:W3CDTF">2026-06-16T07:13:21Z</dcterms:created>
  <dcterms:modified xsi:type="dcterms:W3CDTF">2026-06-16T07:13:21Z</dcterms:modified>
</cp:coreProperties>
</file>